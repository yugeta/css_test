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51193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9" autoAdjust="0"/>
    <p:restoredTop sz="94660"/>
  </p:normalViewPr>
  <p:slideViewPr>
    <p:cSldViewPr snapToGrid="0">
      <p:cViewPr varScale="1">
        <p:scale>
          <a:sx n="35" d="100"/>
          <a:sy n="35" d="100"/>
        </p:scale>
        <p:origin x="5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A7028-F19A-4D81-9E2A-3FE24CBB5E53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8575" y="1143000"/>
            <a:ext cx="6800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A72F6-718F-4E62-8616-A2C5992811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26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8575" y="1143000"/>
            <a:ext cx="680085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A72F6-718F-4E62-8616-A2C5992811A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456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122363"/>
            <a:ext cx="1133951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3602038"/>
            <a:ext cx="1133951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95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31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709739"/>
            <a:ext cx="1304043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4589464"/>
            <a:ext cx="1304043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52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1825625"/>
            <a:ext cx="6425724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1825625"/>
            <a:ext cx="6425724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28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365126"/>
            <a:ext cx="13040439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681163"/>
            <a:ext cx="639619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505075"/>
            <a:ext cx="6396193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681163"/>
            <a:ext cx="642769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505075"/>
            <a:ext cx="6427693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981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54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586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57200"/>
            <a:ext cx="48763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987426"/>
            <a:ext cx="765417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057400"/>
            <a:ext cx="48763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76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57200"/>
            <a:ext cx="487638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987426"/>
            <a:ext cx="765417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057400"/>
            <a:ext cx="48763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75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888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365125"/>
            <a:ext cx="326011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365125"/>
            <a:ext cx="9591338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51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365126"/>
            <a:ext cx="130404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1825625"/>
            <a:ext cx="130404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6356351"/>
            <a:ext cx="3401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A3535-9547-4CE0-BE68-3441CBA05A8B}" type="datetimeFigureOut">
              <a:rPr kumimoji="1" lang="ja-JP" altLang="en-US" smtClean="0"/>
              <a:t>2024/6/7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6356351"/>
            <a:ext cx="510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6356351"/>
            <a:ext cx="34018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0A6DB-917D-4DC5-9DED-74F08F7D4D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33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9D581E-738A-7358-C6F8-5454C09ABC99}"/>
              </a:ext>
            </a:extLst>
          </p:cNvPr>
          <p:cNvSpPr txBox="1"/>
          <p:nvPr/>
        </p:nvSpPr>
        <p:spPr>
          <a:xfrm>
            <a:off x="7398611" y="1421880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38DA63D5-AA65-BF77-8F02-1FCA53C8D212}"/>
              </a:ext>
            </a:extLst>
          </p:cNvPr>
          <p:cNvSpPr txBox="1"/>
          <p:nvPr/>
        </p:nvSpPr>
        <p:spPr>
          <a:xfrm>
            <a:off x="7413667" y="1052548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9757842-0B9C-C0ED-F7A1-5090CD9B8B3F}"/>
              </a:ext>
            </a:extLst>
          </p:cNvPr>
          <p:cNvGrpSpPr/>
          <p:nvPr/>
        </p:nvGrpSpPr>
        <p:grpSpPr>
          <a:xfrm>
            <a:off x="5252004" y="230220"/>
            <a:ext cx="5223162" cy="3129229"/>
            <a:chOff x="414357" y="2106014"/>
            <a:chExt cx="5223162" cy="3129229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8A2F26D4-0B58-49C0-0AE2-FB74F548BB59}"/>
                </a:ext>
              </a:extLst>
            </p:cNvPr>
            <p:cNvSpPr/>
            <p:nvPr/>
          </p:nvSpPr>
          <p:spPr>
            <a:xfrm>
              <a:off x="414357" y="2106014"/>
              <a:ext cx="4712897" cy="3129229"/>
            </a:xfrm>
            <a:prstGeom prst="roundRect">
              <a:avLst>
                <a:gd name="adj" fmla="val 3430"/>
              </a:avLst>
            </a:prstGeom>
            <a:no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5111E4E7-0454-E436-6D8B-CA7870166874}"/>
                </a:ext>
              </a:extLst>
            </p:cNvPr>
            <p:cNvSpPr txBox="1"/>
            <p:nvPr/>
          </p:nvSpPr>
          <p:spPr>
            <a:xfrm>
              <a:off x="2653681" y="2390859"/>
              <a:ext cx="29838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latin typeface="+mj-ea"/>
                  <a:ea typeface="+mj-ea"/>
                </a:rPr>
                <a:t>第</a:t>
              </a:r>
              <a:r>
                <a:rPr kumimoji="1" lang="en-US" altLang="ja-JP" sz="2000" b="1" dirty="0">
                  <a:latin typeface="+mj-ea"/>
                  <a:ea typeface="+mj-ea"/>
                </a:rPr>
                <a:t>33</a:t>
              </a:r>
              <a:r>
                <a:rPr kumimoji="1" lang="ja-JP" altLang="en-US" sz="2000" b="1" dirty="0">
                  <a:latin typeface="+mj-ea"/>
                  <a:ea typeface="+mj-ea"/>
                </a:rPr>
                <a:t>回技術発表会</a:t>
              </a: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67513EE-F43F-AF2C-2B74-15E462818BD2}"/>
              </a:ext>
            </a:extLst>
          </p:cNvPr>
          <p:cNvGrpSpPr/>
          <p:nvPr/>
        </p:nvGrpSpPr>
        <p:grpSpPr>
          <a:xfrm>
            <a:off x="10102909" y="219334"/>
            <a:ext cx="5272564" cy="3129229"/>
            <a:chOff x="414357" y="2106014"/>
            <a:chExt cx="5272564" cy="3129229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5B3FC00-4C7E-EED6-04C4-7935784066C8}"/>
                </a:ext>
              </a:extLst>
            </p:cNvPr>
            <p:cNvSpPr/>
            <p:nvPr/>
          </p:nvSpPr>
          <p:spPr>
            <a:xfrm>
              <a:off x="414357" y="2106014"/>
              <a:ext cx="4712897" cy="3129229"/>
            </a:xfrm>
            <a:prstGeom prst="roundRect">
              <a:avLst>
                <a:gd name="adj" fmla="val 3430"/>
              </a:avLst>
            </a:prstGeom>
            <a:no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0A875D3-F3F9-F315-3A2B-CEBA0A7BD359}"/>
                </a:ext>
              </a:extLst>
            </p:cNvPr>
            <p:cNvSpPr txBox="1"/>
            <p:nvPr/>
          </p:nvSpPr>
          <p:spPr>
            <a:xfrm>
              <a:off x="2703083" y="2401745"/>
              <a:ext cx="29838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latin typeface="+mj-ea"/>
                  <a:ea typeface="+mj-ea"/>
                </a:rPr>
                <a:t>第</a:t>
              </a:r>
              <a:r>
                <a:rPr kumimoji="1" lang="en-US" altLang="ja-JP" sz="2000" b="1" dirty="0">
                  <a:latin typeface="+mj-ea"/>
                  <a:ea typeface="+mj-ea"/>
                </a:rPr>
                <a:t>32</a:t>
              </a:r>
              <a:r>
                <a:rPr kumimoji="1" lang="ja-JP" altLang="en-US" sz="2000" b="1" dirty="0">
                  <a:latin typeface="+mj-ea"/>
                  <a:ea typeface="+mj-ea"/>
                </a:rPr>
                <a:t>回技術発表会</a:t>
              </a:r>
            </a:p>
          </p:txBody>
        </p:sp>
      </p:grpSp>
      <p:pic>
        <p:nvPicPr>
          <p:cNvPr id="16" name="図 15">
            <a:extLst>
              <a:ext uri="{FF2B5EF4-FFF2-40B4-BE49-F238E27FC236}">
                <a16:creationId xmlns:a16="http://schemas.microsoft.com/office/drawing/2014/main" id="{1B7386A6-8D8C-1DE0-D127-6039116110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2" t="3928" r="9810" b="3418"/>
          <a:stretch/>
        </p:blipFill>
        <p:spPr>
          <a:xfrm>
            <a:off x="5276840" y="230526"/>
            <a:ext cx="2080241" cy="3099816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45E6DAFA-9868-B734-DEC4-B112E34E64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14" t="4942" r="7577" b="3867"/>
          <a:stretch/>
        </p:blipFill>
        <p:spPr>
          <a:xfrm>
            <a:off x="10121289" y="257341"/>
            <a:ext cx="2059786" cy="3069335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B0A9C0EF-95BE-32AA-F5EF-E107F5564274}"/>
              </a:ext>
            </a:extLst>
          </p:cNvPr>
          <p:cNvGrpSpPr/>
          <p:nvPr/>
        </p:nvGrpSpPr>
        <p:grpSpPr>
          <a:xfrm>
            <a:off x="5268346" y="3522924"/>
            <a:ext cx="5231656" cy="3140805"/>
            <a:chOff x="351075" y="3477772"/>
            <a:chExt cx="5231656" cy="3140805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AEB5ACE6-0C36-E7EF-3F03-7043B8B95332}"/>
                </a:ext>
              </a:extLst>
            </p:cNvPr>
            <p:cNvGrpSpPr/>
            <p:nvPr/>
          </p:nvGrpSpPr>
          <p:grpSpPr>
            <a:xfrm>
              <a:off x="359569" y="3477772"/>
              <a:ext cx="5223162" cy="3129229"/>
              <a:chOff x="414357" y="2106014"/>
              <a:chExt cx="5223162" cy="3129229"/>
            </a:xfrm>
          </p:grpSpPr>
          <p:sp>
            <p:nvSpPr>
              <p:cNvPr id="6" name="四角形: 角を丸くする 5">
                <a:extLst>
                  <a:ext uri="{FF2B5EF4-FFF2-40B4-BE49-F238E27FC236}">
                    <a16:creationId xmlns:a16="http://schemas.microsoft.com/office/drawing/2014/main" id="{52AB6033-A379-C151-6BD5-1AAA9F0E59C4}"/>
                  </a:ext>
                </a:extLst>
              </p:cNvPr>
              <p:cNvSpPr/>
              <p:nvPr/>
            </p:nvSpPr>
            <p:spPr>
              <a:xfrm>
                <a:off x="414357" y="2106014"/>
                <a:ext cx="4712897" cy="3129229"/>
              </a:xfrm>
              <a:prstGeom prst="roundRect">
                <a:avLst>
                  <a:gd name="adj" fmla="val 3430"/>
                </a:avLst>
              </a:prstGeom>
              <a:noFill/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C19D9B3B-D7C6-B99E-3DA7-10F156942A4E}"/>
                  </a:ext>
                </a:extLst>
              </p:cNvPr>
              <p:cNvSpPr txBox="1"/>
              <p:nvPr/>
            </p:nvSpPr>
            <p:spPr>
              <a:xfrm>
                <a:off x="2653681" y="2390859"/>
                <a:ext cx="29838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 b="1" dirty="0">
                    <a:latin typeface="+mj-ea"/>
                    <a:ea typeface="+mj-ea"/>
                  </a:rPr>
                  <a:t>第</a:t>
                </a:r>
                <a:r>
                  <a:rPr kumimoji="1" lang="en-US" altLang="ja-JP" sz="2000" b="1" dirty="0">
                    <a:latin typeface="+mj-ea"/>
                    <a:ea typeface="+mj-ea"/>
                  </a:rPr>
                  <a:t>30</a:t>
                </a:r>
                <a:r>
                  <a:rPr kumimoji="1" lang="ja-JP" altLang="en-US" sz="2000" b="1" dirty="0">
                    <a:latin typeface="+mj-ea"/>
                    <a:ea typeface="+mj-ea"/>
                  </a:rPr>
                  <a:t>回技術発表会</a:t>
                </a:r>
              </a:p>
            </p:txBody>
          </p:sp>
        </p:grpSp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244B06D6-EC2E-CAB8-39ED-D6FFC5E088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663" t="3737" r="6784" b="1663"/>
            <a:stretch/>
          </p:blipFill>
          <p:spPr>
            <a:xfrm>
              <a:off x="351075" y="3478755"/>
              <a:ext cx="2161924" cy="3139822"/>
            </a:xfrm>
            <a:prstGeom prst="rect">
              <a:avLst/>
            </a:prstGeom>
          </p:spPr>
        </p:pic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E3FB444-50CE-EC5F-561E-F3D49E1AED7C}"/>
              </a:ext>
            </a:extLst>
          </p:cNvPr>
          <p:cNvGrpSpPr/>
          <p:nvPr/>
        </p:nvGrpSpPr>
        <p:grpSpPr>
          <a:xfrm>
            <a:off x="10144439" y="3498680"/>
            <a:ext cx="5223162" cy="3149808"/>
            <a:chOff x="5252004" y="3498245"/>
            <a:chExt cx="5223162" cy="314980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A8C4C6DA-B2F7-0728-AADD-0E713F7AE459}"/>
                </a:ext>
              </a:extLst>
            </p:cNvPr>
            <p:cNvGrpSpPr/>
            <p:nvPr/>
          </p:nvGrpSpPr>
          <p:grpSpPr>
            <a:xfrm>
              <a:off x="5252004" y="3498245"/>
              <a:ext cx="5223162" cy="3129229"/>
              <a:chOff x="414357" y="2106014"/>
              <a:chExt cx="5223162" cy="3129229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8DE7D336-5DC3-751D-DB2F-38257F4785E3}"/>
                  </a:ext>
                </a:extLst>
              </p:cNvPr>
              <p:cNvSpPr/>
              <p:nvPr/>
            </p:nvSpPr>
            <p:spPr>
              <a:xfrm>
                <a:off x="414357" y="2106014"/>
                <a:ext cx="4712897" cy="3129229"/>
              </a:xfrm>
              <a:prstGeom prst="roundRect">
                <a:avLst>
                  <a:gd name="adj" fmla="val 3430"/>
                </a:avLst>
              </a:prstGeom>
              <a:noFill/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8A3ED82-CAA3-22CD-9B02-D58DFCE2D6CF}"/>
                  </a:ext>
                </a:extLst>
              </p:cNvPr>
              <p:cNvSpPr txBox="1"/>
              <p:nvPr/>
            </p:nvSpPr>
            <p:spPr>
              <a:xfrm>
                <a:off x="2653681" y="2390859"/>
                <a:ext cx="29838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 b="1" dirty="0">
                    <a:latin typeface="+mj-ea"/>
                    <a:ea typeface="+mj-ea"/>
                  </a:rPr>
                  <a:t>第</a:t>
                </a:r>
                <a:r>
                  <a:rPr kumimoji="1" lang="en-US" altLang="ja-JP" sz="2000" b="1" dirty="0">
                    <a:latin typeface="+mj-ea"/>
                    <a:ea typeface="+mj-ea"/>
                  </a:rPr>
                  <a:t>29</a:t>
                </a:r>
                <a:r>
                  <a:rPr kumimoji="1" lang="ja-JP" altLang="en-US" sz="2000" b="1" dirty="0">
                    <a:latin typeface="+mj-ea"/>
                    <a:ea typeface="+mj-ea"/>
                  </a:rPr>
                  <a:t>回技術発表会</a:t>
                </a:r>
              </a:p>
            </p:txBody>
          </p:sp>
        </p:grpSp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D0E31FB6-D1CA-DE43-F342-F1BC2F1A52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715" t="3800" r="5757" b="5573"/>
            <a:stretch/>
          </p:blipFill>
          <p:spPr>
            <a:xfrm>
              <a:off x="5276840" y="3498245"/>
              <a:ext cx="2034950" cy="3149808"/>
            </a:xfrm>
            <a:prstGeom prst="rect">
              <a:avLst/>
            </a:prstGeom>
          </p:spPr>
        </p:pic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04762D47-7D64-F7CD-C468-146773EB2CAF}"/>
              </a:ext>
            </a:extLst>
          </p:cNvPr>
          <p:cNvGrpSpPr/>
          <p:nvPr/>
        </p:nvGrpSpPr>
        <p:grpSpPr>
          <a:xfrm>
            <a:off x="442986" y="3537476"/>
            <a:ext cx="5272564" cy="3129229"/>
            <a:chOff x="414357" y="2106014"/>
            <a:chExt cx="5272564" cy="3129229"/>
          </a:xfrm>
        </p:grpSpPr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73969422-36B0-3919-5769-7E8A67406AC5}"/>
                </a:ext>
              </a:extLst>
            </p:cNvPr>
            <p:cNvSpPr/>
            <p:nvPr/>
          </p:nvSpPr>
          <p:spPr>
            <a:xfrm>
              <a:off x="414357" y="2106014"/>
              <a:ext cx="4712897" cy="3129229"/>
            </a:xfrm>
            <a:prstGeom prst="roundRect">
              <a:avLst>
                <a:gd name="adj" fmla="val 3430"/>
              </a:avLst>
            </a:prstGeom>
            <a:no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CDF971D3-A533-42FD-7E70-D9B36C0FC127}"/>
                </a:ext>
              </a:extLst>
            </p:cNvPr>
            <p:cNvSpPr txBox="1"/>
            <p:nvPr/>
          </p:nvSpPr>
          <p:spPr>
            <a:xfrm>
              <a:off x="2703083" y="2401745"/>
              <a:ext cx="29838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latin typeface="+mj-ea"/>
                  <a:ea typeface="+mj-ea"/>
                </a:rPr>
                <a:t>第</a:t>
              </a:r>
              <a:r>
                <a:rPr kumimoji="1" lang="en-US" altLang="ja-JP" sz="2000" b="1" dirty="0">
                  <a:latin typeface="+mj-ea"/>
                  <a:ea typeface="+mj-ea"/>
                </a:rPr>
                <a:t>31</a:t>
              </a:r>
              <a:r>
                <a:rPr kumimoji="1" lang="ja-JP" altLang="en-US" sz="2000" b="1" dirty="0">
                  <a:latin typeface="+mj-ea"/>
                  <a:ea typeface="+mj-ea"/>
                </a:rPr>
                <a:t>回技術発表会</a:t>
              </a:r>
            </a:p>
          </p:txBody>
        </p:sp>
      </p:grpSp>
      <p:pic>
        <p:nvPicPr>
          <p:cNvPr id="35" name="図 34">
            <a:extLst>
              <a:ext uri="{FF2B5EF4-FFF2-40B4-BE49-F238E27FC236}">
                <a16:creationId xmlns:a16="http://schemas.microsoft.com/office/drawing/2014/main" id="{5E1C01BF-7421-2B85-8F24-277CA2149F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14" t="4942" r="7577" b="3867"/>
          <a:stretch/>
        </p:blipFill>
        <p:spPr>
          <a:xfrm>
            <a:off x="461366" y="3563908"/>
            <a:ext cx="2059786" cy="3069335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5F0B6C0-2C05-98B5-6507-4BE798BFC793}"/>
              </a:ext>
            </a:extLst>
          </p:cNvPr>
          <p:cNvSpPr txBox="1"/>
          <p:nvPr/>
        </p:nvSpPr>
        <p:spPr>
          <a:xfrm>
            <a:off x="2557747" y="1493439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016D2DC-8391-AF6A-4612-88624FC7F8CB}"/>
              </a:ext>
            </a:extLst>
          </p:cNvPr>
          <p:cNvSpPr txBox="1"/>
          <p:nvPr/>
        </p:nvSpPr>
        <p:spPr>
          <a:xfrm>
            <a:off x="2629954" y="1052548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F3BDD8D-97FB-FEE6-6ADB-7994023ACFAC}"/>
              </a:ext>
            </a:extLst>
          </p:cNvPr>
          <p:cNvGrpSpPr/>
          <p:nvPr/>
        </p:nvGrpSpPr>
        <p:grpSpPr>
          <a:xfrm>
            <a:off x="386868" y="242126"/>
            <a:ext cx="5223162" cy="3129229"/>
            <a:chOff x="414357" y="2106014"/>
            <a:chExt cx="5223162" cy="3129229"/>
          </a:xfrm>
        </p:grpSpPr>
        <p:sp>
          <p:nvSpPr>
            <p:cNvPr id="50" name="四角形: 角を丸くする 49">
              <a:extLst>
                <a:ext uri="{FF2B5EF4-FFF2-40B4-BE49-F238E27FC236}">
                  <a16:creationId xmlns:a16="http://schemas.microsoft.com/office/drawing/2014/main" id="{21C4AE7B-436E-CC61-A728-574148FEF4F3}"/>
                </a:ext>
              </a:extLst>
            </p:cNvPr>
            <p:cNvSpPr/>
            <p:nvPr/>
          </p:nvSpPr>
          <p:spPr>
            <a:xfrm>
              <a:off x="414357" y="2106014"/>
              <a:ext cx="4712897" cy="3129229"/>
            </a:xfrm>
            <a:prstGeom prst="roundRect">
              <a:avLst>
                <a:gd name="adj" fmla="val 3430"/>
              </a:avLst>
            </a:prstGeom>
            <a:noFill/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BE807131-689A-AE14-B039-75069FF1A9C2}"/>
                </a:ext>
              </a:extLst>
            </p:cNvPr>
            <p:cNvSpPr txBox="1"/>
            <p:nvPr/>
          </p:nvSpPr>
          <p:spPr>
            <a:xfrm>
              <a:off x="2653681" y="2390859"/>
              <a:ext cx="29838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 b="1" dirty="0">
                  <a:latin typeface="+mj-ea"/>
                  <a:ea typeface="+mj-ea"/>
                </a:rPr>
                <a:t>第</a:t>
              </a:r>
              <a:r>
                <a:rPr kumimoji="1" lang="en-US" altLang="ja-JP" sz="2000" b="1" dirty="0">
                  <a:latin typeface="+mj-ea"/>
                  <a:ea typeface="+mj-ea"/>
                </a:rPr>
                <a:t>34</a:t>
              </a:r>
              <a:r>
                <a:rPr kumimoji="1" lang="ja-JP" altLang="en-US" sz="2000" b="1" dirty="0">
                  <a:latin typeface="+mj-ea"/>
                  <a:ea typeface="+mj-ea"/>
                </a:rPr>
                <a:t>回技術発表会</a:t>
              </a:r>
            </a:p>
          </p:txBody>
        </p:sp>
      </p:grpSp>
      <p:pic>
        <p:nvPicPr>
          <p:cNvPr id="78" name="図 77">
            <a:extLst>
              <a:ext uri="{FF2B5EF4-FFF2-40B4-BE49-F238E27FC236}">
                <a16:creationId xmlns:a16="http://schemas.microsoft.com/office/drawing/2014/main" id="{CD760CAE-B83B-FC01-F3B4-843CCE0FD3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2" t="3928" r="9810" b="3418"/>
          <a:stretch/>
        </p:blipFill>
        <p:spPr>
          <a:xfrm>
            <a:off x="411704" y="242432"/>
            <a:ext cx="2080241" cy="3099816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445F8DB-0936-E747-F8DA-74F0E051FE51}"/>
              </a:ext>
            </a:extLst>
          </p:cNvPr>
          <p:cNvSpPr txBox="1"/>
          <p:nvPr/>
        </p:nvSpPr>
        <p:spPr>
          <a:xfrm>
            <a:off x="2661502" y="4706253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48AC8252-A038-AA80-54B1-71336B424FA5}"/>
              </a:ext>
            </a:extLst>
          </p:cNvPr>
          <p:cNvSpPr txBox="1"/>
          <p:nvPr/>
        </p:nvSpPr>
        <p:spPr>
          <a:xfrm>
            <a:off x="2733709" y="4265362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56627452-4372-F331-C61B-050F7DE0DCA0}"/>
              </a:ext>
            </a:extLst>
          </p:cNvPr>
          <p:cNvSpPr txBox="1"/>
          <p:nvPr/>
        </p:nvSpPr>
        <p:spPr>
          <a:xfrm>
            <a:off x="12369702" y="1582937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E51D59C-0408-8132-586B-31C9805ED1C0}"/>
              </a:ext>
            </a:extLst>
          </p:cNvPr>
          <p:cNvSpPr txBox="1"/>
          <p:nvPr/>
        </p:nvSpPr>
        <p:spPr>
          <a:xfrm>
            <a:off x="12441909" y="1142046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6106908-E270-147F-62A4-95592ACEC471}"/>
              </a:ext>
            </a:extLst>
          </p:cNvPr>
          <p:cNvSpPr txBox="1"/>
          <p:nvPr/>
        </p:nvSpPr>
        <p:spPr>
          <a:xfrm>
            <a:off x="7475185" y="4786985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556C035-18A1-54AE-8AA1-4C30A0D2BC30}"/>
              </a:ext>
            </a:extLst>
          </p:cNvPr>
          <p:cNvSpPr txBox="1"/>
          <p:nvPr/>
        </p:nvSpPr>
        <p:spPr>
          <a:xfrm>
            <a:off x="7547392" y="4346094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8E6C438-AC34-F675-83E0-6573782D0DDC}"/>
              </a:ext>
            </a:extLst>
          </p:cNvPr>
          <p:cNvSpPr txBox="1"/>
          <p:nvPr/>
        </p:nvSpPr>
        <p:spPr>
          <a:xfrm>
            <a:off x="12289416" y="4772425"/>
            <a:ext cx="25835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技術報告・概要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技術報告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ポスター発表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  <a:p>
            <a:r>
              <a:rPr lang="ja-JP" altLang="en-US" sz="1600" dirty="0"/>
              <a:t>当日のプログラム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案内ポスター</a:t>
            </a:r>
            <a:r>
              <a:rPr lang="en-US" altLang="ja-JP" sz="1600" dirty="0"/>
              <a:t>(PDF)</a:t>
            </a:r>
          </a:p>
          <a:p>
            <a:r>
              <a:rPr lang="ja-JP" altLang="en-US" sz="1600" dirty="0"/>
              <a:t>各賞受賞報告</a:t>
            </a:r>
            <a:r>
              <a:rPr lang="en-US" altLang="ja-JP" sz="1600" dirty="0"/>
              <a:t>(PDF)(</a:t>
            </a:r>
            <a:r>
              <a:rPr lang="ja-JP" altLang="en-US" sz="1600" dirty="0"/>
              <a:t>学内</a:t>
            </a:r>
            <a:r>
              <a:rPr lang="en-US" altLang="ja-JP" sz="1600" dirty="0"/>
              <a:t>)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48D7C4A7-4BFB-006C-4F87-5EF44429F698}"/>
              </a:ext>
            </a:extLst>
          </p:cNvPr>
          <p:cNvSpPr txBox="1"/>
          <p:nvPr/>
        </p:nvSpPr>
        <p:spPr>
          <a:xfrm>
            <a:off x="12361623" y="4331534"/>
            <a:ext cx="2494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 dirty="0"/>
              <a:t>年</a:t>
            </a:r>
            <a:r>
              <a:rPr kumimoji="1" lang="en-US" altLang="ja-JP" dirty="0"/>
              <a:t>3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13</a:t>
            </a:r>
            <a:r>
              <a:rPr kumimoji="1" lang="ja-JP" altLang="en-US" dirty="0"/>
              <a:t>日開催</a:t>
            </a:r>
          </a:p>
        </p:txBody>
      </p:sp>
    </p:spTree>
    <p:extLst>
      <p:ext uri="{BB962C8B-B14F-4D97-AF65-F5344CB8AC3E}">
        <p14:creationId xmlns:p14="http://schemas.microsoft.com/office/powerpoint/2010/main" val="5107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4086</TotalTime>
  <Words>307</Words>
  <Application>Microsoft Office PowerPoint</Application>
  <PresentationFormat>ユーザー設定</PresentationFormat>
  <Paragraphs>49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小口　かなえ</dc:creator>
  <cp:lastModifiedBy>小口　かなえ</cp:lastModifiedBy>
  <cp:revision>6</cp:revision>
  <dcterms:created xsi:type="dcterms:W3CDTF">2024-06-07T06:59:22Z</dcterms:created>
  <dcterms:modified xsi:type="dcterms:W3CDTF">2024-06-10T03:07:06Z</dcterms:modified>
</cp:coreProperties>
</file>